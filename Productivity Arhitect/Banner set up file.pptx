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56" d="100"/>
          <a:sy n="56" d="100"/>
        </p:scale>
        <p:origin x="100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6BCD5-97C5-46EF-7370-4DCBBC638F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1F24FF-4EB0-4A26-370E-1A7DE81D48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D819FB-17B0-F1A6-0BD6-383F8B151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FC981-27F4-43AC-8CA8-50DCAD5A3FEA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BAE6BB-665E-0CD9-46A3-577978108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4142D0-D94E-7A37-ECD2-BFBCCA20B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988AE-8844-424B-8FC8-4D15EA910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3827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46626-516B-5082-FEC4-68415190D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1B615-0B1D-7784-EE51-247E08D495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8F77ED-3FBB-CA9F-9FAB-B5F31B5E3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FC981-27F4-43AC-8CA8-50DCAD5A3FEA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5EC10-608A-44A3-BA58-D4555D605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2A23D2-1EEC-FC75-8D6F-21CA0BF4A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988AE-8844-424B-8FC8-4D15EA910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3881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A25EA-DA74-B3AD-1F00-05EBABE84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ACDC04-1610-74E5-6291-DB7C9FECF9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9A8415-481B-736A-E6D4-0F111AA65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FC981-27F4-43AC-8CA8-50DCAD5A3FEA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4B4EFD-AF63-C284-BAB9-FA54585A0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2381EB-9F1E-9D91-A93A-0C5BB0F35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988AE-8844-424B-8FC8-4D15EA910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028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0B474-D602-3D0E-58A3-6DA5CA081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EA4EF6-F538-E36B-B7C4-EDD92E893F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463A95-2972-0340-A5C9-B1542913CA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864153-67EC-3F08-09BA-29A1DAEF0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FC981-27F4-43AC-8CA8-50DCAD5A3FEA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39CB44-FDD4-1D79-0C35-D4D96DC2A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7674A5-742F-2379-9729-6E9812552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988AE-8844-424B-8FC8-4D15EA910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5528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C5068-B9F8-8EE2-0A34-89F954B19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466692-31F2-E3A0-CA86-49D163FE62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84FC5B-A393-97BC-4EEC-33A1ADCFC3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BDB934-3E04-87F6-4A89-7C4E703C5A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1598F7-EBCD-DC33-3F2C-7DAEF06B88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A7892E-4F36-8EE0-473C-5FD90D93C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FC981-27F4-43AC-8CA8-50DCAD5A3FEA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7E59C1-85ED-985A-49C3-630AB19B3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BE443F-78BD-6F14-B7B7-E3544A66D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988AE-8844-424B-8FC8-4D15EA910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6157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09EC0-FB69-8F9E-7465-C0C0B3D9E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238E12-40A7-C64A-0AD7-3EE575CA3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FC981-27F4-43AC-8CA8-50DCAD5A3FEA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66F50B-1B38-1173-C809-AB5B4254E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0F21F9-1F25-AAA1-8DC6-EA26F163C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988AE-8844-424B-8FC8-4D15EA910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0819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5610F3-0B53-E299-3EF3-59CA42680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FC981-27F4-43AC-8CA8-50DCAD5A3FEA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B8BE94-28E8-6A4E-F18F-3997F2F26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92D000-CB52-83C7-D253-EF6ED428C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988AE-8844-424B-8FC8-4D15EA910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3925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B188F-9D9A-F41C-E626-E8762EA24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70065F-6988-5212-2D06-35D0CD2112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97B891-4276-585E-8B81-1AC2C87AAD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9AB0C9-3C5F-ABA3-1790-EB76E310B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FC981-27F4-43AC-8CA8-50DCAD5A3FEA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7DB46A-0E65-521C-ECD9-B12FE28A7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82882C-B7BE-63D6-B908-939B74DF8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988AE-8844-424B-8FC8-4D15EA910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0210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47AF8-A578-CFE5-BE57-7F38F6918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AEB689-DBAF-258C-A516-BEFC9F45F7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8B7841-B832-C421-B14B-74DCE822CC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A071E9-6CAD-8D94-A72F-A7AD74432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FC981-27F4-43AC-8CA8-50DCAD5A3FEA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967209-AF36-278E-B369-539154CA6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9AB423-2178-22C2-21A2-18B8A87F5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988AE-8844-424B-8FC8-4D15EA910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5116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27BBF-D77C-67BC-4F34-8C8442FB9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7C5DA2-166F-7D47-D808-E279A95433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152680-C5B2-600F-0FA5-86CB97EF9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FC981-27F4-43AC-8CA8-50DCAD5A3FEA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1350EE-0F08-663B-1E18-AB5C70766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28B5C4-F0D8-A119-3A21-A78A7C59B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988AE-8844-424B-8FC8-4D15EA910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343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C89F7B-19F3-2B81-A28E-DBCEF13FB2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5845CA-0A7B-CAB8-B23F-37044F2890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4C9B8A-16A6-39D5-9696-5DFC3FAB3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FC981-27F4-43AC-8CA8-50DCAD5A3FEA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53FECD-0CEE-2760-0362-1FF3C0A8D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33DCBC-D48A-AAD9-0BD5-3466ED574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988AE-8844-424B-8FC8-4D15EA910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002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04A750-4B6E-72EB-9C57-4770AE1EF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34A0D7-B891-9D65-56E5-9EB595A2B5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F40AC0-1116-B36A-6654-C1F68AADF0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AFC981-27F4-43AC-8CA8-50DCAD5A3FEA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2E3726-237B-0983-E5C1-17CDC255A8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9ED41A-34AB-8A49-0D2E-8B286BEB5B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F988AE-8844-424B-8FC8-4D15EA910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829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3E1E0ACC-DD21-2EB7-2518-93B566EC23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6127" y="1097078"/>
            <a:ext cx="8699746" cy="4663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6710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F84AD-918E-674C-8D12-E99A74D23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609DE55A-FC07-962F-0400-186780F0270C}"/>
              </a:ext>
            </a:extLst>
          </p:cNvPr>
          <p:cNvGrpSpPr/>
          <p:nvPr/>
        </p:nvGrpSpPr>
        <p:grpSpPr>
          <a:xfrm>
            <a:off x="3337560" y="362228"/>
            <a:ext cx="8319771" cy="4373325"/>
            <a:chOff x="3337560" y="362228"/>
            <a:chExt cx="8319771" cy="4373325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13CE5833-43FA-71F8-E3B6-9DB72B953E97}"/>
                </a:ext>
              </a:extLst>
            </p:cNvPr>
            <p:cNvGrpSpPr/>
            <p:nvPr/>
          </p:nvGrpSpPr>
          <p:grpSpPr>
            <a:xfrm>
              <a:off x="3337560" y="362228"/>
              <a:ext cx="8160199" cy="4373325"/>
              <a:chOff x="1840230" y="1310918"/>
              <a:chExt cx="8160199" cy="4373325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6973DDDC-EE80-3AA4-5209-B8E615FD23F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840230" y="1310918"/>
                <a:ext cx="8160199" cy="4373325"/>
              </a:xfrm>
              <a:prstGeom prst="rect">
                <a:avLst/>
              </a:prstGeom>
            </p:spPr>
          </p:pic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D45ACC8-FBB3-4395-4973-44D3601577B1}"/>
                  </a:ext>
                </a:extLst>
              </p:cNvPr>
              <p:cNvSpPr txBox="1"/>
              <p:nvPr/>
            </p:nvSpPr>
            <p:spPr>
              <a:xfrm>
                <a:off x="5070691" y="4223643"/>
                <a:ext cx="4805755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720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ptos Light" panose="020B0004020202020204" pitchFamily="34" charset="0"/>
                    <a:cs typeface="Mongolian Baiti" panose="03000500000000000000" pitchFamily="66" charset="0"/>
                  </a:rPr>
                  <a:t>ARCHITECT</a:t>
                </a:r>
              </a:p>
            </p:txBody>
          </p:sp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D71E819-D22E-69C1-A978-1342D831AAE4}"/>
                  </a:ext>
                </a:extLst>
              </p:cNvPr>
              <p:cNvSpPr txBox="1"/>
              <p:nvPr/>
            </p:nvSpPr>
            <p:spPr>
              <a:xfrm>
                <a:off x="5070691" y="3950543"/>
                <a:ext cx="480575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dirty="0">
                    <a:solidFill>
                      <a:schemeClr val="bg1">
                        <a:lumMod val="85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ptos Light" panose="020B0004020202020204" pitchFamily="34" charset="0"/>
                    <a:cs typeface="Mongolian Baiti" panose="03000500000000000000" pitchFamily="66" charset="0"/>
                  </a:rPr>
                  <a:t>THE</a:t>
                </a:r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8C8CB4C-40C2-36CC-4C2E-E795968958BC}"/>
                </a:ext>
              </a:extLst>
            </p:cNvPr>
            <p:cNvSpPr txBox="1"/>
            <p:nvPr/>
          </p:nvSpPr>
          <p:spPr>
            <a:xfrm>
              <a:off x="6484937" y="4162168"/>
              <a:ext cx="497192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i="1" dirty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ptos Light" panose="020B0004020202020204" pitchFamily="34" charset="0"/>
                </a:rPr>
                <a:t>Helping professionals master the AI-powered Office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A46E709-0F40-0544-684D-44E1A58F331B}"/>
                </a:ext>
              </a:extLst>
            </p:cNvPr>
            <p:cNvSpPr txBox="1"/>
            <p:nvPr/>
          </p:nvSpPr>
          <p:spPr>
            <a:xfrm>
              <a:off x="4682067" y="2076575"/>
              <a:ext cx="6975264" cy="132343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0" dirty="0">
                  <a:solidFill>
                    <a:schemeClr val="bg1">
                      <a:alpha val="40000"/>
                    </a:schemeClr>
                  </a:solidFill>
                  <a:latin typeface="Aptos Light" panose="020B0004020202020204" pitchFamily="34" charset="0"/>
                </a:rPr>
                <a:t>PRODUCTIVITY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733978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DF9FE-C50E-83AB-0F87-951DB94F2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511F332-9916-6F9D-A783-661493BFF0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924" r="3611" b="6866"/>
          <a:stretch>
            <a:fillRect/>
          </a:stretch>
        </p:blipFill>
        <p:spPr>
          <a:xfrm>
            <a:off x="1849768" y="2446020"/>
            <a:ext cx="8185772" cy="29946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59D0E67-5576-0758-452E-5C0D63EEEBE5}"/>
              </a:ext>
            </a:extLst>
          </p:cNvPr>
          <p:cNvSpPr txBox="1"/>
          <p:nvPr/>
        </p:nvSpPr>
        <p:spPr>
          <a:xfrm>
            <a:off x="5264150" y="4922520"/>
            <a:ext cx="45199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>
                <a:solidFill>
                  <a:schemeClr val="bg1">
                    <a:lumMod val="85000"/>
                  </a:schemeClr>
                </a:solidFill>
                <a:latin typeface="Aptos Light" panose="020B0004020202020204" pitchFamily="34" charset="0"/>
              </a:rPr>
              <a:t>Helping professionals master the AI-powered Office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33E680-1EB0-2B99-DB1F-D4655E8977B7}"/>
              </a:ext>
            </a:extLst>
          </p:cNvPr>
          <p:cNvSpPr txBox="1"/>
          <p:nvPr/>
        </p:nvSpPr>
        <p:spPr>
          <a:xfrm>
            <a:off x="4222750" y="3673495"/>
            <a:ext cx="570738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solidFill>
                  <a:schemeClr val="bg1">
                    <a:lumMod val="85000"/>
                  </a:schemeClr>
                </a:solidFill>
                <a:latin typeface="Aptos Light" panose="020B0004020202020204" pitchFamily="34" charset="0"/>
              </a:rPr>
              <a:t>PRODUCTIVITY</a:t>
            </a:r>
          </a:p>
        </p:txBody>
      </p:sp>
    </p:spTree>
    <p:extLst>
      <p:ext uri="{BB962C8B-B14F-4D97-AF65-F5344CB8AC3E}">
        <p14:creationId xmlns:p14="http://schemas.microsoft.com/office/powerpoint/2010/main" val="18943527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16</Words>
  <Application>Microsoft Office PowerPoint</Application>
  <PresentationFormat>Widescreen</PresentationFormat>
  <Paragraphs>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Aptos Light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Smith</dc:creator>
  <cp:lastModifiedBy>Michael Smith</cp:lastModifiedBy>
  <cp:revision>2</cp:revision>
  <dcterms:created xsi:type="dcterms:W3CDTF">2026-05-12T15:59:44Z</dcterms:created>
  <dcterms:modified xsi:type="dcterms:W3CDTF">2026-05-12T17:37:50Z</dcterms:modified>
</cp:coreProperties>
</file>